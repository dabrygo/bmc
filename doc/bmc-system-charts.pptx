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3" r:id="rId5"/>
    <p:sldId id="264" r:id="rId6"/>
    <p:sldId id="261" r:id="rId7"/>
    <p:sldId id="257" r:id="rId8"/>
    <p:sldId id="258" r:id="rId9"/>
    <p:sldId id="25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8F685D-64B7-49F8-B054-0F740B6185A0}" v="4" dt="2026-10-03T00:43:50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Godfrey" userId="4d1c4f67dfec645c" providerId="LiveId" clId="{A7C33E27-2546-46F0-A1ED-B77B724F2654}"/>
    <pc:docChg chg="undo custSel addSld delSld modSld sldOrd">
      <pc:chgData name="Daniel Godfrey" userId="4d1c4f67dfec645c" providerId="LiveId" clId="{A7C33E27-2546-46F0-A1ED-B77B724F2654}" dt="2026-10-03T01:15:30.942" v="5266"/>
      <pc:docMkLst>
        <pc:docMk/>
      </pc:docMkLst>
      <pc:sldChg chg="modSp mod">
        <pc:chgData name="Daniel Godfrey" userId="4d1c4f67dfec645c" providerId="LiveId" clId="{A7C33E27-2546-46F0-A1ED-B77B724F2654}" dt="2026-10-03T00:29:18.387" v="3780" actId="115"/>
        <pc:sldMkLst>
          <pc:docMk/>
          <pc:sldMk cId="2326874819" sldId="256"/>
        </pc:sldMkLst>
        <pc:spChg chg="mod">
          <ac:chgData name="Daniel Godfrey" userId="4d1c4f67dfec645c" providerId="LiveId" clId="{A7C33E27-2546-46F0-A1ED-B77B724F2654}" dt="2026-10-03T00:29:18.387" v="3780" actId="115"/>
          <ac:spMkLst>
            <pc:docMk/>
            <pc:sldMk cId="2326874819" sldId="256"/>
            <ac:spMk id="2" creationId="{38374354-9C5B-7E28-9D25-47FD3DF84755}"/>
          </ac:spMkLst>
        </pc:spChg>
      </pc:sldChg>
      <pc:sldChg chg="ord">
        <pc:chgData name="Daniel Godfrey" userId="4d1c4f67dfec645c" providerId="LiveId" clId="{A7C33E27-2546-46F0-A1ED-B77B724F2654}" dt="2026-09-23T21:16:57.356" v="2674"/>
        <pc:sldMkLst>
          <pc:docMk/>
          <pc:sldMk cId="3897109198" sldId="257"/>
        </pc:sldMkLst>
      </pc:sldChg>
      <pc:sldChg chg="delSp modSp mod ord modClrScheme chgLayout">
        <pc:chgData name="Daniel Godfrey" userId="4d1c4f67dfec645c" providerId="LiveId" clId="{A7C33E27-2546-46F0-A1ED-B77B724F2654}" dt="2026-09-23T21:16:59.512" v="2676"/>
        <pc:sldMkLst>
          <pc:docMk/>
          <pc:sldMk cId="3078252523" sldId="258"/>
        </pc:sldMkLst>
        <pc:spChg chg="mod ord">
          <ac:chgData name="Daniel Godfrey" userId="4d1c4f67dfec645c" providerId="LiveId" clId="{A7C33E27-2546-46F0-A1ED-B77B724F2654}" dt="2026-09-23T18:39:19.477" v="1086" actId="700"/>
          <ac:spMkLst>
            <pc:docMk/>
            <pc:sldMk cId="3078252523" sldId="258"/>
            <ac:spMk id="4" creationId="{B884A471-E963-E20B-6560-3C1883A26B4D}"/>
          </ac:spMkLst>
        </pc:spChg>
        <pc:spChg chg="mod ord">
          <ac:chgData name="Daniel Godfrey" userId="4d1c4f67dfec645c" providerId="LiveId" clId="{A7C33E27-2546-46F0-A1ED-B77B724F2654}" dt="2026-09-23T18:39:51.623" v="1101" actId="27636"/>
          <ac:spMkLst>
            <pc:docMk/>
            <pc:sldMk cId="3078252523" sldId="258"/>
            <ac:spMk id="5" creationId="{3F11A661-B59B-D61B-DC07-04E72DFF0E15}"/>
          </ac:spMkLst>
        </pc:spChg>
        <pc:spChg chg="mod ord">
          <ac:chgData name="Daniel Godfrey" userId="4d1c4f67dfec645c" providerId="LiveId" clId="{A7C33E27-2546-46F0-A1ED-B77B724F2654}" dt="2026-09-23T18:40:13.357" v="1149" actId="20577"/>
          <ac:spMkLst>
            <pc:docMk/>
            <pc:sldMk cId="3078252523" sldId="258"/>
            <ac:spMk id="6" creationId="{4C77B8B2-6193-101F-7579-2186EA381158}"/>
          </ac:spMkLst>
        </pc:spChg>
      </pc:sldChg>
      <pc:sldChg chg="addSp delSp modSp new mod modClrScheme chgLayout">
        <pc:chgData name="Daniel Godfrey" userId="4d1c4f67dfec645c" providerId="LiveId" clId="{A7C33E27-2546-46F0-A1ED-B77B724F2654}" dt="2026-09-23T19:02:30.229" v="2463" actId="20577"/>
        <pc:sldMkLst>
          <pc:docMk/>
          <pc:sldMk cId="1303700019" sldId="259"/>
        </pc:sldMkLst>
        <pc:spChg chg="add mod ord">
          <ac:chgData name="Daniel Godfrey" userId="4d1c4f67dfec645c" providerId="LiveId" clId="{A7C33E27-2546-46F0-A1ED-B77B724F2654}" dt="2026-09-23T18:28:48.161" v="506" actId="700"/>
          <ac:spMkLst>
            <pc:docMk/>
            <pc:sldMk cId="1303700019" sldId="259"/>
            <ac:spMk id="9" creationId="{DDA0A674-AE31-F785-ED5B-FBD2BBFE8004}"/>
          </ac:spMkLst>
        </pc:spChg>
        <pc:spChg chg="add mod ord">
          <ac:chgData name="Daniel Godfrey" userId="4d1c4f67dfec645c" providerId="LiveId" clId="{A7C33E27-2546-46F0-A1ED-B77B724F2654}" dt="2026-09-23T19:02:30.229" v="2463" actId="20577"/>
          <ac:spMkLst>
            <pc:docMk/>
            <pc:sldMk cId="1303700019" sldId="259"/>
            <ac:spMk id="11" creationId="{F4345111-B260-2DC9-9622-1512092957F9}"/>
          </ac:spMkLst>
        </pc:spChg>
        <pc:spChg chg="add mod ord">
          <ac:chgData name="Daniel Godfrey" userId="4d1c4f67dfec645c" providerId="LiveId" clId="{A7C33E27-2546-46F0-A1ED-B77B724F2654}" dt="2026-09-23T19:02:16.265" v="2423" actId="27636"/>
          <ac:spMkLst>
            <pc:docMk/>
            <pc:sldMk cId="1303700019" sldId="259"/>
            <ac:spMk id="13" creationId="{B74354E6-E0B9-D535-335F-37162B241CB5}"/>
          </ac:spMkLst>
        </pc:spChg>
      </pc:sldChg>
      <pc:sldChg chg="addSp delSp modSp new mod modClrScheme chgLayout">
        <pc:chgData name="Daniel Godfrey" userId="4d1c4f67dfec645c" providerId="LiveId" clId="{A7C33E27-2546-46F0-A1ED-B77B724F2654}" dt="2026-09-23T21:23:55.903" v="3236" actId="20577"/>
        <pc:sldMkLst>
          <pc:docMk/>
          <pc:sldMk cId="744662836" sldId="260"/>
        </pc:sldMkLst>
        <pc:spChg chg="mod ord">
          <ac:chgData name="Daniel Godfrey" userId="4d1c4f67dfec645c" providerId="LiveId" clId="{A7C33E27-2546-46F0-A1ED-B77B724F2654}" dt="2026-09-23T21:23:55.903" v="3236" actId="20577"/>
          <ac:spMkLst>
            <pc:docMk/>
            <pc:sldMk cId="744662836" sldId="260"/>
            <ac:spMk id="2" creationId="{7A4C44ED-FD1A-3112-D14D-CA28C45B9631}"/>
          </ac:spMkLst>
        </pc:spChg>
        <pc:spChg chg="add mod ord">
          <ac:chgData name="Daniel Godfrey" userId="4d1c4f67dfec645c" providerId="LiveId" clId="{A7C33E27-2546-46F0-A1ED-B77B724F2654}" dt="2026-09-23T19:08:36.659" v="2606" actId="27636"/>
          <ac:spMkLst>
            <pc:docMk/>
            <pc:sldMk cId="744662836" sldId="260"/>
            <ac:spMk id="4" creationId="{77E609C4-FA99-23B2-886E-8BAAE47332AA}"/>
          </ac:spMkLst>
        </pc:spChg>
      </pc:sldChg>
      <pc:sldChg chg="addSp delSp modSp new mod ord setBg modClrScheme chgLayout">
        <pc:chgData name="Daniel Godfrey" userId="4d1c4f67dfec645c" providerId="LiveId" clId="{A7C33E27-2546-46F0-A1ED-B77B724F2654}" dt="2026-10-03T01:11:34.740" v="5253" actId="20577"/>
        <pc:sldMkLst>
          <pc:docMk/>
          <pc:sldMk cId="3498279973" sldId="261"/>
        </pc:sldMkLst>
        <pc:spChg chg="mod ord">
          <ac:chgData name="Daniel Godfrey" userId="4d1c4f67dfec645c" providerId="LiveId" clId="{A7C33E27-2546-46F0-A1ED-B77B724F2654}" dt="2026-09-23T21:27:27.826" v="3524" actId="26606"/>
          <ac:spMkLst>
            <pc:docMk/>
            <pc:sldMk cId="3498279973" sldId="261"/>
            <ac:spMk id="2" creationId="{69D8F39B-982A-28C7-7891-8DD710BD7DB1}"/>
          </ac:spMkLst>
        </pc:spChg>
        <pc:spChg chg="mod ord">
          <ac:chgData name="Daniel Godfrey" userId="4d1c4f67dfec645c" providerId="LiveId" clId="{A7C33E27-2546-46F0-A1ED-B77B724F2654}" dt="2026-10-03T01:11:34.740" v="5253" actId="20577"/>
          <ac:spMkLst>
            <pc:docMk/>
            <pc:sldMk cId="3498279973" sldId="261"/>
            <ac:spMk id="3" creationId="{C5E6171D-470A-3D53-8135-5D54C4231A17}"/>
          </ac:spMkLst>
        </pc:spChg>
        <pc:spChg chg="add mod ord">
          <ac:chgData name="Daniel Godfrey" userId="4d1c4f67dfec645c" providerId="LiveId" clId="{A7C33E27-2546-46F0-A1ED-B77B724F2654}" dt="2026-09-23T21:27:27.826" v="3524" actId="26606"/>
          <ac:spMkLst>
            <pc:docMk/>
            <pc:sldMk cId="3498279973" sldId="261"/>
            <ac:spMk id="4" creationId="{04CE4F73-337D-2FDD-9E5F-69D5B309795F}"/>
          </ac:spMkLst>
        </pc:spChg>
      </pc:sldChg>
      <pc:sldChg chg="modSp new mod ord">
        <pc:chgData name="Daniel Godfrey" userId="4d1c4f67dfec645c" providerId="LiveId" clId="{A7C33E27-2546-46F0-A1ED-B77B724F2654}" dt="2026-09-27T02:52:10.713" v="3774" actId="20577"/>
        <pc:sldMkLst>
          <pc:docMk/>
          <pc:sldMk cId="2771778418" sldId="262"/>
        </pc:sldMkLst>
        <pc:spChg chg="mod">
          <ac:chgData name="Daniel Godfrey" userId="4d1c4f67dfec645c" providerId="LiveId" clId="{A7C33E27-2546-46F0-A1ED-B77B724F2654}" dt="2026-09-27T02:52:10.713" v="3774" actId="20577"/>
          <ac:spMkLst>
            <pc:docMk/>
            <pc:sldMk cId="2771778418" sldId="262"/>
            <ac:spMk id="2" creationId="{FA2A28DD-5751-79EF-EEE1-535D08A5A4C9}"/>
          </ac:spMkLst>
        </pc:spChg>
        <pc:spChg chg="mod">
          <ac:chgData name="Daniel Godfrey" userId="4d1c4f67dfec645c" providerId="LiveId" clId="{A7C33E27-2546-46F0-A1ED-B77B724F2654}" dt="2026-09-23T21:24:31.187" v="3257" actId="20577"/>
          <ac:spMkLst>
            <pc:docMk/>
            <pc:sldMk cId="2771778418" sldId="262"/>
            <ac:spMk id="3" creationId="{5D23E728-2DFA-532E-9A7E-6E5C0B20F6B5}"/>
          </ac:spMkLst>
        </pc:spChg>
      </pc:sldChg>
      <pc:sldChg chg="modSp new mod">
        <pc:chgData name="Daniel Godfrey" userId="4d1c4f67dfec645c" providerId="LiveId" clId="{A7C33E27-2546-46F0-A1ED-B77B724F2654}" dt="2026-09-27T02:52:03.417" v="3760" actId="20577"/>
        <pc:sldMkLst>
          <pc:docMk/>
          <pc:sldMk cId="2901282975" sldId="263"/>
        </pc:sldMkLst>
        <pc:spChg chg="mod">
          <ac:chgData name="Daniel Godfrey" userId="4d1c4f67dfec645c" providerId="LiveId" clId="{A7C33E27-2546-46F0-A1ED-B77B724F2654}" dt="2026-09-27T02:52:03.417" v="3760" actId="20577"/>
          <ac:spMkLst>
            <pc:docMk/>
            <pc:sldMk cId="2901282975" sldId="263"/>
            <ac:spMk id="2" creationId="{08F270D3-3B2F-2E1A-1FED-25E20DD555EE}"/>
          </ac:spMkLst>
        </pc:spChg>
        <pc:spChg chg="mod">
          <ac:chgData name="Daniel Godfrey" userId="4d1c4f67dfec645c" providerId="LiveId" clId="{A7C33E27-2546-46F0-A1ED-B77B724F2654}" dt="2026-09-27T02:50:56.043" v="3699" actId="20577"/>
          <ac:spMkLst>
            <pc:docMk/>
            <pc:sldMk cId="2901282975" sldId="263"/>
            <ac:spMk id="3" creationId="{0C023EFE-17BA-9188-A550-EA4E09EBDBE2}"/>
          </ac:spMkLst>
        </pc:spChg>
      </pc:sldChg>
      <pc:sldChg chg="modSp add mod">
        <pc:chgData name="Daniel Godfrey" userId="4d1c4f67dfec645c" providerId="LiveId" clId="{A7C33E27-2546-46F0-A1ED-B77B724F2654}" dt="2026-09-27T02:51:56.332" v="3751" actId="20577"/>
        <pc:sldMkLst>
          <pc:docMk/>
          <pc:sldMk cId="9819867" sldId="264"/>
        </pc:sldMkLst>
        <pc:spChg chg="mod">
          <ac:chgData name="Daniel Godfrey" userId="4d1c4f67dfec645c" providerId="LiveId" clId="{A7C33E27-2546-46F0-A1ED-B77B724F2654}" dt="2026-09-27T02:51:56.332" v="3751" actId="20577"/>
          <ac:spMkLst>
            <pc:docMk/>
            <pc:sldMk cId="9819867" sldId="264"/>
            <ac:spMk id="2" creationId="{CADCDEAF-7940-A4F7-6B91-B423A3012327}"/>
          </ac:spMkLst>
        </pc:spChg>
        <pc:spChg chg="mod">
          <ac:chgData name="Daniel Godfrey" userId="4d1c4f67dfec645c" providerId="LiveId" clId="{A7C33E27-2546-46F0-A1ED-B77B724F2654}" dt="2026-09-27T02:51:45.946" v="3739" actId="20577"/>
          <ac:spMkLst>
            <pc:docMk/>
            <pc:sldMk cId="9819867" sldId="264"/>
            <ac:spMk id="3" creationId="{D2B02830-B8E4-C3D0-35E0-0AEDCCC6404F}"/>
          </ac:spMkLst>
        </pc:spChg>
      </pc:sldChg>
      <pc:sldChg chg="modSp new mod ord">
        <pc:chgData name="Daniel Godfrey" userId="4d1c4f67dfec645c" providerId="LiveId" clId="{A7C33E27-2546-46F0-A1ED-B77B724F2654}" dt="2026-10-03T01:15:30.942" v="5266"/>
        <pc:sldMkLst>
          <pc:docMk/>
          <pc:sldMk cId="1493022053" sldId="265"/>
        </pc:sldMkLst>
        <pc:spChg chg="mod">
          <ac:chgData name="Daniel Godfrey" userId="4d1c4f67dfec645c" providerId="LiveId" clId="{A7C33E27-2546-46F0-A1ED-B77B724F2654}" dt="2026-10-03T01:15:26.344" v="5264" actId="20577"/>
          <ac:spMkLst>
            <pc:docMk/>
            <pc:sldMk cId="1493022053" sldId="265"/>
            <ac:spMk id="2" creationId="{9BC690AF-0F05-830A-0ED8-ED12CF3E4ACD}"/>
          </ac:spMkLst>
        </pc:spChg>
        <pc:spChg chg="mod">
          <ac:chgData name="Daniel Godfrey" userId="4d1c4f67dfec645c" providerId="LiveId" clId="{A7C33E27-2546-46F0-A1ED-B77B724F2654}" dt="2026-10-03T01:00:42.788" v="5213" actId="6549"/>
          <ac:spMkLst>
            <pc:docMk/>
            <pc:sldMk cId="1493022053" sldId="265"/>
            <ac:spMk id="3" creationId="{297F69B7-E451-A515-BAA9-AD4D28EC0D9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4147-E797-DF38-EB07-398271F78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BFFF7-426F-E17D-6434-8842FEDCE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9282A-E84B-ECC9-6313-B505FBE9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E7F-F65E-4199-9595-3B5AFA64658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85103-3777-8020-91FB-53DA23005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F9161-5FBA-E05A-A385-981140A7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1DD78-E4A5-45DC-B0A0-A0AB4CD2D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25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ADD3C-9AA7-40A0-CC1B-E622AA97D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710FB-D530-423F-D77A-A605E710E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70492-3394-FD4E-09D0-38D32C84B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E7F-F65E-4199-9595-3B5AFA64658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8A537-8666-8C4E-A40C-D5C4B3211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832CA-8337-D92C-8B3D-77193FEA6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1DD78-E4A5-45DC-B0A0-A0AB4CD2D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8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552AD-91EF-E803-6D3A-5227A534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6AFED-F5C5-DA1A-0270-0DD216D27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C57AB-A1F7-E9BA-F96B-229D455F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E7F-F65E-4199-9595-3B5AFA64658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B3CF9-FA62-6514-DEEB-25F718AD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EB55D-2544-D2C1-D24A-89227FFAD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1DD78-E4A5-45DC-B0A0-A0AB4CD2D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16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F92BB-9239-7064-07CB-47C2248B7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04B33-5E99-BA86-453E-7929E3DD1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D42F0-E817-FC0A-9891-95BF1906D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1AB0D-5BA5-FD22-4189-77B63EFF4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E7F-F65E-4199-9595-3B5AFA64658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D7B5C-4ED5-76A4-AF41-A171AEFB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9247E-85F8-B2D5-707E-DFD8E1D5E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1DD78-E4A5-45DC-B0A0-A0AB4CD2D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15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5070A-5C3A-C9D6-6589-7C75B433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73419-D4B9-4AF9-1596-7CE01717B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1ADBE-DB60-087A-1655-CAD16FD93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5AA1CF-7DC0-8BCD-F907-D50A20650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35106-5BDA-ABE4-DBD0-EEDE91C96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D1D2B4-E819-1A38-A1B9-36EF4A06A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E7F-F65E-4199-9595-3B5AFA64658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3EE071-27A6-1D69-55F0-D7E44D5A3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8E4C1F-62D9-6DA1-1DFB-CE277E8EC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1DD78-E4A5-45DC-B0A0-A0AB4CD2D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74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04E1-A605-3518-A03B-B27C0CC5D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3F6D80-D87B-D1BB-4F25-D99083495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E7F-F65E-4199-9595-3B5AFA64658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4D2A9-D0C5-9B96-DA69-A34F21730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81B7B-EB3C-6AE7-E352-F001C8E9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1DD78-E4A5-45DC-B0A0-A0AB4CD2D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6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B46263-402D-0CAE-8754-44DC5ADB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E7F-F65E-4199-9595-3B5AFA64658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00112-0998-98F7-1437-063EE910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DE8F9-4B7D-CEF4-9703-D2B6A75DA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1DD78-E4A5-45DC-B0A0-A0AB4CD2D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41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D51-C2FB-5A47-5BCC-770F75ED1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DF422-84D4-FBE1-BFFF-584D7861A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9D429-9870-529A-4F0D-7E387C020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CDD3B-7E3B-B371-CC74-6A36A22F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E7F-F65E-4199-9595-3B5AFA64658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773CD-FB16-B4A7-6DC3-943482A89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D9185-8211-C5A3-2858-2AD4758B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1DD78-E4A5-45DC-B0A0-A0AB4CD2D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20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C5A18-D1D1-C17E-33BE-5E3974D17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33AC5D-7F9E-345A-AC17-B1490FBF4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12C5E-620C-BBF5-7B55-3D3B9CA1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8CA70-82F8-030C-D8AC-17D4E23F5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E7F-F65E-4199-9595-3B5AFA64658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B2E67-F874-4B16-B951-3F6AFCDD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D9F6F-7948-76EF-920D-2F7E0B13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1DD78-E4A5-45DC-B0A0-A0AB4CD2D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53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FA58E-CD00-E5D3-2D69-A3076958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06A5D1-EF70-4ED7-5DD0-F160A31AF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E9894-378A-B497-1FDB-A41B5094B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E7F-F65E-4199-9595-3B5AFA64658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A06A1-414B-858A-09A1-2D45DAA5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A3C9C-A547-2874-3F65-DA361293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1DD78-E4A5-45DC-B0A0-A0AB4CD2D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A1BD03-1E6F-92EF-D94E-C38CDADDF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B2F26-CDD6-C75C-A1A4-50288CB2C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C038C-D5F5-B373-C588-4CDD61A79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0E7F-F65E-4199-9595-3B5AFA64658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A489D-DC7C-71C7-D710-67B77CA7D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44E9E-6977-DA69-DA9F-649B0649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1DD78-E4A5-45DC-B0A0-A0AB4CD2D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B6A361-9B54-5E64-59D5-FC7AE4917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F1DF6-AC43-D1EC-4B12-2D4E8DB45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FC056-65DC-483C-C3ED-6D71A4F50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B0E7F-F65E-4199-9595-3B5AFA646589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6602D-A8D4-62F2-6C1A-49607A5C6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0A98A-9396-8BB5-89E6-B27B4EEF7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21DD78-E4A5-45DC-B0A0-A0AB4CD2D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0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74354-9C5B-7E28-9D25-47FD3DF84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Bible Memory Challenge (BMC)</a:t>
            </a:r>
            <a:br>
              <a:rPr lang="en-US" sz="5400" dirty="0"/>
            </a:br>
            <a:r>
              <a:rPr lang="en-US" sz="5400" dirty="0"/>
              <a:t>App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30C8E-77B4-39D0-7074-316EC08A11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874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44ED-FD1A-3112-D14D-CA28C45B9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Description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609C4-FA99-23B2-886E-8BAAE4733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Interactive flashcards with a digital Study Buddy</a:t>
            </a:r>
          </a:p>
          <a:p>
            <a:pPr lvl="1"/>
            <a:r>
              <a:rPr lang="en-US" dirty="0"/>
              <a:t>Quiz user to aid them in memorizing textual information</a:t>
            </a:r>
          </a:p>
          <a:p>
            <a:pPr lvl="1"/>
            <a:r>
              <a:rPr lang="en-US" dirty="0"/>
              <a:t>Record user quiz performance &amp; inform user for awareness, remediation</a:t>
            </a:r>
          </a:p>
          <a:p>
            <a:pPr lvl="1"/>
            <a:r>
              <a:rPr lang="en-US" dirty="0"/>
              <a:t>Track user total quiz performance with detailed &amp; summary metrics</a:t>
            </a:r>
          </a:p>
          <a:p>
            <a:pPr lvl="1"/>
            <a:r>
              <a:rPr lang="en-US" dirty="0"/>
              <a:t>Yield in-quiz cues to user when prompted and enabled</a:t>
            </a:r>
          </a:p>
          <a:p>
            <a:pPr lvl="1"/>
            <a:r>
              <a:rPr lang="en-US" dirty="0"/>
              <a:t>Test user under different situations and game difficulties to solidify understanding of material</a:t>
            </a:r>
          </a:p>
          <a:p>
            <a:pPr lvl="1"/>
            <a:r>
              <a:rPr lang="en-US" dirty="0"/>
              <a:t>Provide rich set of user customizations to “work on what you want to work on, the way you want to work on it”</a:t>
            </a:r>
          </a:p>
          <a:p>
            <a:pPr lvl="1"/>
            <a:r>
              <a:rPr lang="en-US" dirty="0"/>
              <a:t>Remember user settings to quickly “pick up where you left off” or “do what you did last time”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A28DD-5751-79EF-EEE1-535D08A5A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Epic (User Story) #1: Memorizing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3E728-2DFA-532E-9A7E-6E5C0B20F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wants to learn new material by rote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makes sure new material is in </a:t>
            </a:r>
            <a:r>
              <a:rPr lang="en-US" i="1" dirty="0"/>
              <a:t>Materials</a:t>
            </a:r>
            <a:r>
              <a:rPr lang="en-US" dirty="0"/>
              <a:t> database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To facilitate memorization, user enables as many aids as possible in </a:t>
            </a:r>
            <a:r>
              <a:rPr lang="en-US" i="1" dirty="0"/>
              <a:t>Settings Editor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creates regimen testing themselves on new material with </a:t>
            </a:r>
            <a:r>
              <a:rPr lang="en-US" i="1" dirty="0"/>
              <a:t>Game Modes/Rules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plays </a:t>
            </a:r>
            <a:r>
              <a:rPr lang="en-US" i="1" dirty="0"/>
              <a:t>Game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refers to </a:t>
            </a:r>
            <a:r>
              <a:rPr lang="en-US" i="1" dirty="0"/>
              <a:t>Outputs</a:t>
            </a:r>
            <a:r>
              <a:rPr lang="en-US" dirty="0"/>
              <a:t> and </a:t>
            </a:r>
            <a:r>
              <a:rPr lang="en-US" i="1" dirty="0"/>
              <a:t>Logs</a:t>
            </a:r>
            <a:r>
              <a:rPr lang="en-US" dirty="0"/>
              <a:t> to evaluate memorization performance and problem areas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does Steps 2-5 until new material is memorized satisfactorily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77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70D3-3B2F-2E1A-1FED-25E20DD55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Epic (User Story) #2: Quoting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23EFE-17BA-9188-A550-EA4E09EBD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wants to emulate reciting material unaided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makes sure material is in </a:t>
            </a:r>
            <a:r>
              <a:rPr lang="en-US" i="1" dirty="0"/>
              <a:t>Materials</a:t>
            </a:r>
            <a:r>
              <a:rPr lang="en-US" dirty="0"/>
              <a:t> database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To emulate recitation, user </a:t>
            </a:r>
            <a:r>
              <a:rPr lang="en-US" b="1" dirty="0"/>
              <a:t>dis</a:t>
            </a:r>
            <a:r>
              <a:rPr lang="en-US" dirty="0"/>
              <a:t>ables as many aids as possible in </a:t>
            </a:r>
            <a:r>
              <a:rPr lang="en-US" i="1" dirty="0"/>
              <a:t>Settings Editor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uses default regimen (sequential) to test themselves on material with </a:t>
            </a:r>
            <a:r>
              <a:rPr lang="en-US" i="1" dirty="0"/>
              <a:t>Game Modes/Rules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plays </a:t>
            </a:r>
            <a:r>
              <a:rPr lang="en-US" i="1" dirty="0"/>
              <a:t>Game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refers to </a:t>
            </a:r>
            <a:r>
              <a:rPr lang="en-US" i="1" dirty="0"/>
              <a:t>Outputs</a:t>
            </a:r>
            <a:r>
              <a:rPr lang="en-US" dirty="0"/>
              <a:t> and </a:t>
            </a:r>
            <a:r>
              <a:rPr lang="en-US" i="1" dirty="0"/>
              <a:t>Logs</a:t>
            </a:r>
            <a:r>
              <a:rPr lang="en-US" dirty="0"/>
              <a:t> to evaluate recitation performance and problem areas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does Steps 2-5 until new material has been recited satisfactorily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282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A5B25-BF9F-7186-A4F2-103F57BD8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CDEAF-7940-A4F7-6B91-B423A3012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Epic (User Story) #3: Memory Bee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2830-B8E4-C3D0-35E0-0AEDCCC64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wants to emulate quiz/bee on material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makes sure material is in </a:t>
            </a:r>
            <a:r>
              <a:rPr lang="en-US" i="1" dirty="0"/>
              <a:t>Materials</a:t>
            </a:r>
            <a:r>
              <a:rPr lang="en-US" dirty="0"/>
              <a:t> database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To emulate bee, user </a:t>
            </a:r>
            <a:r>
              <a:rPr lang="en-US" b="1" dirty="0"/>
              <a:t>dis</a:t>
            </a:r>
            <a:r>
              <a:rPr lang="en-US" dirty="0"/>
              <a:t>ables as many aids as possible in </a:t>
            </a:r>
            <a:r>
              <a:rPr lang="en-US" i="1" dirty="0"/>
              <a:t>Settings Editor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uses regimen (randomized) to test themselves on material with </a:t>
            </a:r>
            <a:r>
              <a:rPr lang="en-US" i="1" dirty="0"/>
              <a:t>Game Modes/Rules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plays </a:t>
            </a:r>
            <a:r>
              <a:rPr lang="en-US" i="1" dirty="0"/>
              <a:t>Game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refers to </a:t>
            </a:r>
            <a:r>
              <a:rPr lang="en-US" i="1" dirty="0"/>
              <a:t>Outputs</a:t>
            </a:r>
            <a:r>
              <a:rPr lang="en-US" dirty="0"/>
              <a:t> and </a:t>
            </a:r>
            <a:r>
              <a:rPr lang="en-US" i="1" dirty="0"/>
              <a:t>Logs</a:t>
            </a:r>
            <a:r>
              <a:rPr lang="en-US" dirty="0"/>
              <a:t> to evaluate recitation performance and problem areas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User does Steps 2-5 until new material has been recited satisfactorily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F39B-982A-28C7-7891-8DD710BD7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 Storyboard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6171D-470A-3D53-8135-5D54C4231A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Screens for typical use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Choose Material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Settings (Agree to Defaults)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Choose minigame/mode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Play game / start screen / Screen </a:t>
            </a:r>
            <a:r>
              <a:rPr lang="en-US" dirty="0" err="1"/>
              <a:t>i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Pause Screen?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Next Screen / Screen i+1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End Screen (Game Over screen?)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Back to Minigame screen?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CE4F73-337D-2FDD-9E5F-69D5B30979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79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FAEB-47B9-9957-AAB1-132519F9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D9486C-5580-B339-C711-097F39871158}"/>
              </a:ext>
            </a:extLst>
          </p:cNvPr>
          <p:cNvSpPr/>
          <p:nvPr/>
        </p:nvSpPr>
        <p:spPr>
          <a:xfrm>
            <a:off x="1328057" y="1695002"/>
            <a:ext cx="1273629" cy="1138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Material Editor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10D4508B-EF5E-FE0B-0027-CFD92B687DAA}"/>
              </a:ext>
            </a:extLst>
          </p:cNvPr>
          <p:cNvSpPr/>
          <p:nvPr/>
        </p:nvSpPr>
        <p:spPr>
          <a:xfrm>
            <a:off x="1328055" y="3016253"/>
            <a:ext cx="1273629" cy="1012371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Materials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D98D91-E2E6-4CF3-6870-B6E76153A9D1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flipH="1">
            <a:off x="1964870" y="2833691"/>
            <a:ext cx="2" cy="182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855C81A-544D-C3D7-637D-F700108A2CE5}"/>
              </a:ext>
            </a:extLst>
          </p:cNvPr>
          <p:cNvSpPr/>
          <p:nvPr/>
        </p:nvSpPr>
        <p:spPr>
          <a:xfrm>
            <a:off x="1328055" y="5366653"/>
            <a:ext cx="1273628" cy="1138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Settings</a:t>
            </a:r>
          </a:p>
          <a:p>
            <a:pPr algn="ctr"/>
            <a:r>
              <a:rPr lang="en-US" sz="2000" dirty="0"/>
              <a:t>Editor</a:t>
            </a:r>
          </a:p>
        </p:txBody>
      </p:sp>
      <p:sp>
        <p:nvSpPr>
          <p:cNvPr id="15" name="Flowchart: Magnetic Disk 14">
            <a:extLst>
              <a:ext uri="{FF2B5EF4-FFF2-40B4-BE49-F238E27FC236}">
                <a16:creationId xmlns:a16="http://schemas.microsoft.com/office/drawing/2014/main" id="{2898E4D7-EE55-D58B-C088-B790EFE2D6E8}"/>
              </a:ext>
            </a:extLst>
          </p:cNvPr>
          <p:cNvSpPr/>
          <p:nvPr/>
        </p:nvSpPr>
        <p:spPr>
          <a:xfrm>
            <a:off x="1328054" y="4154942"/>
            <a:ext cx="1273629" cy="1012371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Config</a:t>
            </a:r>
          </a:p>
          <a:p>
            <a:pPr algn="ctr"/>
            <a:r>
              <a:rPr lang="en-US" sz="2000" dirty="0"/>
              <a:t>Profiles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2917A0-553F-6CF4-6BFE-9691D9443A99}"/>
              </a:ext>
            </a:extLst>
          </p:cNvPr>
          <p:cNvCxnSpPr>
            <a:cxnSpLocks/>
            <a:stCxn id="9" idx="0"/>
            <a:endCxn id="15" idx="3"/>
          </p:cNvCxnSpPr>
          <p:nvPr/>
        </p:nvCxnSpPr>
        <p:spPr>
          <a:xfrm flipV="1">
            <a:off x="1964869" y="5167313"/>
            <a:ext cx="0" cy="199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5ED02D2-D842-E535-D527-2CB322CB9F87}"/>
              </a:ext>
            </a:extLst>
          </p:cNvPr>
          <p:cNvCxnSpPr>
            <a:stCxn id="5" idx="4"/>
            <a:endCxn id="22" idx="1"/>
          </p:cNvCxnSpPr>
          <p:nvPr/>
        </p:nvCxnSpPr>
        <p:spPr>
          <a:xfrm flipV="1">
            <a:off x="2601684" y="3094796"/>
            <a:ext cx="3551460" cy="4276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EE8C3726-1D12-F9AA-B2AA-D25F064E3883}"/>
              </a:ext>
            </a:extLst>
          </p:cNvPr>
          <p:cNvCxnSpPr>
            <a:stCxn id="15" idx="4"/>
            <a:endCxn id="22" idx="1"/>
          </p:cNvCxnSpPr>
          <p:nvPr/>
        </p:nvCxnSpPr>
        <p:spPr>
          <a:xfrm flipV="1">
            <a:off x="2601683" y="3094796"/>
            <a:ext cx="3551461" cy="15663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3BA7364-60BD-36CB-96E8-9D393AFB654A}"/>
              </a:ext>
            </a:extLst>
          </p:cNvPr>
          <p:cNvSpPr/>
          <p:nvPr/>
        </p:nvSpPr>
        <p:spPr>
          <a:xfrm>
            <a:off x="3752222" y="5366653"/>
            <a:ext cx="1273629" cy="1138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Game</a:t>
            </a:r>
          </a:p>
          <a:p>
            <a:pPr algn="ctr"/>
            <a:r>
              <a:rPr lang="en-US" sz="2000" dirty="0"/>
              <a:t>Mode/</a:t>
            </a:r>
          </a:p>
          <a:p>
            <a:pPr algn="ctr"/>
            <a:r>
              <a:rPr lang="en-US" sz="2000" dirty="0"/>
              <a:t>Rules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D84C6B-55A0-2C42-EAB5-78DBF02503B9}"/>
              </a:ext>
            </a:extLst>
          </p:cNvPr>
          <p:cNvSpPr/>
          <p:nvPr/>
        </p:nvSpPr>
        <p:spPr>
          <a:xfrm>
            <a:off x="6153144" y="2525451"/>
            <a:ext cx="1273629" cy="11386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Game</a:t>
            </a:r>
          </a:p>
          <a:p>
            <a:pPr algn="ctr"/>
            <a:r>
              <a:rPr lang="en-US" sz="2000" dirty="0"/>
              <a:t>Maker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FEF5DF8-BD47-1FB9-A077-FAAF8F3BC8D3}"/>
              </a:ext>
            </a:extLst>
          </p:cNvPr>
          <p:cNvCxnSpPr>
            <a:cxnSpLocks/>
            <a:stCxn id="21" idx="0"/>
            <a:endCxn id="22" idx="1"/>
          </p:cNvCxnSpPr>
          <p:nvPr/>
        </p:nvCxnSpPr>
        <p:spPr>
          <a:xfrm rot="5400000" flipH="1" flipV="1">
            <a:off x="4135162" y="3348672"/>
            <a:ext cx="2271857" cy="17641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8819CC-5E41-6174-C0DA-D53B438655FA}"/>
              </a:ext>
            </a:extLst>
          </p:cNvPr>
          <p:cNvCxnSpPr>
            <a:cxnSpLocks/>
            <a:stCxn id="22" idx="2"/>
            <a:endCxn id="41" idx="0"/>
          </p:cNvCxnSpPr>
          <p:nvPr/>
        </p:nvCxnSpPr>
        <p:spPr>
          <a:xfrm flipH="1">
            <a:off x="6789958" y="3664140"/>
            <a:ext cx="1" cy="615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71F314D-C557-0122-3738-310EB56D3AC5}"/>
              </a:ext>
            </a:extLst>
          </p:cNvPr>
          <p:cNvCxnSpPr>
            <a:cxnSpLocks/>
            <a:stCxn id="41" idx="2"/>
            <a:endCxn id="41" idx="1"/>
          </p:cNvCxnSpPr>
          <p:nvPr/>
        </p:nvCxnSpPr>
        <p:spPr>
          <a:xfrm rot="5400000" flipH="1">
            <a:off x="6186879" y="4815321"/>
            <a:ext cx="569344" cy="636815"/>
          </a:xfrm>
          <a:prstGeom prst="bentConnector4">
            <a:avLst>
              <a:gd name="adj1" fmla="val -40151"/>
              <a:gd name="adj2" fmla="val 13589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F279A02-D92D-FF71-EC73-4F1C9A9BFF44}"/>
              </a:ext>
            </a:extLst>
          </p:cNvPr>
          <p:cNvGrpSpPr/>
          <p:nvPr/>
        </p:nvGrpSpPr>
        <p:grpSpPr>
          <a:xfrm>
            <a:off x="5689879" y="4279711"/>
            <a:ext cx="1736893" cy="1726158"/>
            <a:chOff x="5200020" y="3304301"/>
            <a:chExt cx="1736893" cy="1726158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F4B49B2-1FE5-208D-4296-982ED5D2EB33}"/>
                </a:ext>
              </a:extLst>
            </p:cNvPr>
            <p:cNvSpPr/>
            <p:nvPr/>
          </p:nvSpPr>
          <p:spPr>
            <a:xfrm>
              <a:off x="5663284" y="3304301"/>
              <a:ext cx="1273629" cy="113868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Game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205D3FA-0A5F-D4CB-AC40-280DE1A6C72A}"/>
                </a:ext>
              </a:extLst>
            </p:cNvPr>
            <p:cNvSpPr txBox="1"/>
            <p:nvPr/>
          </p:nvSpPr>
          <p:spPr>
            <a:xfrm>
              <a:off x="5200020" y="4661127"/>
              <a:ext cx="13286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replay/retry</a:t>
              </a:r>
            </a:p>
          </p:txBody>
        </p:sp>
      </p:grpSp>
      <p:sp>
        <p:nvSpPr>
          <p:cNvPr id="82" name="Flowchart: Magnetic Disk 81">
            <a:extLst>
              <a:ext uri="{FF2B5EF4-FFF2-40B4-BE49-F238E27FC236}">
                <a16:creationId xmlns:a16="http://schemas.microsoft.com/office/drawing/2014/main" id="{0CC5C6A1-4E88-60CE-C3B0-C2001ABFD057}"/>
              </a:ext>
            </a:extLst>
          </p:cNvPr>
          <p:cNvSpPr/>
          <p:nvPr/>
        </p:nvSpPr>
        <p:spPr>
          <a:xfrm>
            <a:off x="8128893" y="3353296"/>
            <a:ext cx="1273629" cy="1012371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Outputs</a:t>
            </a: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5136E4C3-1B90-2F9A-B571-27CE86703048}"/>
              </a:ext>
            </a:extLst>
          </p:cNvPr>
          <p:cNvCxnSpPr>
            <a:cxnSpLocks/>
            <a:stCxn id="41" idx="3"/>
            <a:endCxn id="82" idx="2"/>
          </p:cNvCxnSpPr>
          <p:nvPr/>
        </p:nvCxnSpPr>
        <p:spPr>
          <a:xfrm flipV="1">
            <a:off x="7426772" y="3859482"/>
            <a:ext cx="702121" cy="9895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Flowchart: Magnetic Disk 90">
            <a:extLst>
              <a:ext uri="{FF2B5EF4-FFF2-40B4-BE49-F238E27FC236}">
                <a16:creationId xmlns:a16="http://schemas.microsoft.com/office/drawing/2014/main" id="{D370DBE4-59E5-E409-31AA-8C508A8E266E}"/>
              </a:ext>
            </a:extLst>
          </p:cNvPr>
          <p:cNvSpPr/>
          <p:nvPr/>
        </p:nvSpPr>
        <p:spPr>
          <a:xfrm>
            <a:off x="8128893" y="5275184"/>
            <a:ext cx="1273629" cy="1012371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Logs</a:t>
            </a:r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4F87FA96-CDE1-CF97-C0BA-A64CF1E2EA3D}"/>
              </a:ext>
            </a:extLst>
          </p:cNvPr>
          <p:cNvCxnSpPr>
            <a:cxnSpLocks/>
            <a:stCxn id="41" idx="3"/>
            <a:endCxn id="91" idx="2"/>
          </p:cNvCxnSpPr>
          <p:nvPr/>
        </p:nvCxnSpPr>
        <p:spPr>
          <a:xfrm>
            <a:off x="7426772" y="4849056"/>
            <a:ext cx="702121" cy="9323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A2316D1-9F3E-E21E-2E5E-3BEBCF3F0FD8}"/>
              </a:ext>
            </a:extLst>
          </p:cNvPr>
          <p:cNvGrpSpPr/>
          <p:nvPr/>
        </p:nvGrpSpPr>
        <p:grpSpPr>
          <a:xfrm>
            <a:off x="3390546" y="1690689"/>
            <a:ext cx="6662054" cy="4928506"/>
            <a:chOff x="4855029" y="1564369"/>
            <a:chExt cx="6662054" cy="4928506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288F187-0841-230D-7F28-94B8ABA0B190}"/>
                </a:ext>
              </a:extLst>
            </p:cNvPr>
            <p:cNvSpPr/>
            <p:nvPr/>
          </p:nvSpPr>
          <p:spPr>
            <a:xfrm>
              <a:off x="4909457" y="1926771"/>
              <a:ext cx="6607626" cy="4566104"/>
            </a:xfrm>
            <a:prstGeom prst="rect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93EE1B3-C771-E370-7AD0-41B0FDF2E972}"/>
                </a:ext>
              </a:extLst>
            </p:cNvPr>
            <p:cNvSpPr txBox="1"/>
            <p:nvPr/>
          </p:nvSpPr>
          <p:spPr>
            <a:xfrm>
              <a:off x="4855029" y="1564369"/>
              <a:ext cx="1763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Classic BMC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7109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84A471-E963-E20B-6560-3C1883A2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Subsystem Responsibilities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11A661-B59B-D61B-DC07-04E72DFF0E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i="1" dirty="0"/>
              <a:t>Material Editor</a:t>
            </a:r>
          </a:p>
          <a:p>
            <a:pPr lvl="1"/>
            <a:r>
              <a:rPr lang="en-US" sz="2000" dirty="0"/>
              <a:t>Maintain corpus, repo of data to play on or quiz over</a:t>
            </a:r>
          </a:p>
          <a:p>
            <a:pPr lvl="1"/>
            <a:r>
              <a:rPr lang="en-US" sz="2000" dirty="0"/>
              <a:t>Facilitate adapting corpus to user needs (e.g., automate input reformatting)</a:t>
            </a:r>
          </a:p>
          <a:p>
            <a:r>
              <a:rPr lang="en-US" sz="2400" i="1" dirty="0"/>
              <a:t>Settings Editor</a:t>
            </a:r>
          </a:p>
          <a:p>
            <a:pPr lvl="1"/>
            <a:r>
              <a:rPr lang="en-US" sz="2000" dirty="0"/>
              <a:t>Configure app settings</a:t>
            </a:r>
          </a:p>
          <a:p>
            <a:pPr lvl="2"/>
            <a:r>
              <a:rPr lang="en-US" sz="1800" dirty="0"/>
              <a:t>What is showing/hidden</a:t>
            </a:r>
          </a:p>
          <a:p>
            <a:pPr lvl="2"/>
            <a:r>
              <a:rPr lang="en-US" sz="1800" dirty="0"/>
              <a:t>What is permitted/disabled</a:t>
            </a:r>
          </a:p>
          <a:p>
            <a:pPr lvl="2"/>
            <a:r>
              <a:rPr lang="en-US" sz="1800" dirty="0"/>
              <a:t>Input/output formats</a:t>
            </a:r>
          </a:p>
          <a:p>
            <a:pPr lvl="1"/>
            <a:r>
              <a:rPr lang="en-US" sz="2000" dirty="0"/>
              <a:t>Maintain repo of custom configs</a:t>
            </a:r>
          </a:p>
          <a:p>
            <a:r>
              <a:rPr lang="en-US" sz="2400" i="1" dirty="0"/>
              <a:t>Game Mode/Rules</a:t>
            </a:r>
          </a:p>
          <a:p>
            <a:pPr lvl="1"/>
            <a:r>
              <a:rPr lang="en-US" sz="2000" dirty="0"/>
              <a:t>Configure game settings</a:t>
            </a:r>
          </a:p>
          <a:p>
            <a:pPr lvl="2"/>
            <a:r>
              <a:rPr lang="en-US" sz="1800" dirty="0"/>
              <a:t>How material is presented (e.g., order)</a:t>
            </a:r>
          </a:p>
          <a:p>
            <a:pPr lvl="2"/>
            <a:r>
              <a:rPr lang="en-US" sz="1800" dirty="0"/>
              <a:t>What user should guess</a:t>
            </a:r>
          </a:p>
          <a:p>
            <a:pPr lvl="2"/>
            <a:r>
              <a:rPr lang="en-US" sz="1800" dirty="0"/>
              <a:t>How progress, scores work</a:t>
            </a:r>
          </a:p>
          <a:p>
            <a:endParaRPr lang="en-US" sz="2400" dirty="0"/>
          </a:p>
          <a:p>
            <a:pPr lvl="2"/>
            <a:endParaRPr lang="en-US" sz="1800" dirty="0"/>
          </a:p>
          <a:p>
            <a:pPr lvl="2"/>
            <a:endParaRPr lang="en-US" sz="1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77B8B2-6193-101F-7579-2186EA3811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i="1" dirty="0"/>
              <a:t>Game Maker</a:t>
            </a:r>
          </a:p>
          <a:p>
            <a:pPr lvl="1"/>
            <a:r>
              <a:rPr lang="en-US" sz="2000" dirty="0"/>
              <a:t>Design game by material, settings, and mode/rules mix-and-match</a:t>
            </a:r>
            <a:endParaRPr lang="en-US" sz="2400" i="1" dirty="0"/>
          </a:p>
          <a:p>
            <a:r>
              <a:rPr lang="en-US" sz="2400" i="1" dirty="0"/>
              <a:t>Game</a:t>
            </a:r>
          </a:p>
          <a:p>
            <a:pPr lvl="1"/>
            <a:r>
              <a:rPr lang="en-US" sz="2000" dirty="0"/>
              <a:t>Quiz and re-quiz on material via rules per settings</a:t>
            </a:r>
          </a:p>
          <a:p>
            <a:r>
              <a:rPr lang="en-US" sz="2400" i="1" dirty="0"/>
              <a:t>Outputs</a:t>
            </a:r>
          </a:p>
          <a:p>
            <a:pPr lvl="1"/>
            <a:r>
              <a:rPr lang="en-US" sz="2000" dirty="0"/>
              <a:t>Record high-level summaries of gameplay for user review/analysis</a:t>
            </a:r>
          </a:p>
          <a:p>
            <a:r>
              <a:rPr lang="en-US" sz="2400" i="1" dirty="0"/>
              <a:t>Logs</a:t>
            </a:r>
          </a:p>
          <a:p>
            <a:pPr lvl="1"/>
            <a:r>
              <a:rPr lang="en-US" sz="2000" dirty="0"/>
              <a:t>Record fine-grained summaries of gameplay for user review/analysis</a:t>
            </a:r>
          </a:p>
          <a:p>
            <a:pPr lvl="1"/>
            <a:r>
              <a:rPr lang="en-US" sz="2000" dirty="0"/>
              <a:t>Record app, system performance data for dev use/analysis</a:t>
            </a:r>
          </a:p>
        </p:txBody>
      </p:sp>
    </p:spTree>
    <p:extLst>
      <p:ext uri="{BB962C8B-B14F-4D97-AF65-F5344CB8AC3E}">
        <p14:creationId xmlns:p14="http://schemas.microsoft.com/office/powerpoint/2010/main" val="3078252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DA0A674-AE31-F785-ED5B-FBD2BBFE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Schema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4345111-B260-2DC9-9622-1512092957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Materials</a:t>
            </a:r>
          </a:p>
          <a:p>
            <a:pPr lvl="1"/>
            <a:r>
              <a:rPr lang="en-US" dirty="0"/>
              <a:t>Books, sections, verses</a:t>
            </a:r>
          </a:p>
          <a:p>
            <a:pPr lvl="2"/>
            <a:r>
              <a:rPr lang="en-US" dirty="0"/>
              <a:t>Tags (e.g., Primary/Secondary)</a:t>
            </a:r>
          </a:p>
          <a:p>
            <a:pPr lvl="1"/>
            <a:r>
              <a:rPr lang="en-US" dirty="0"/>
              <a:t>Chapter Analysis</a:t>
            </a:r>
          </a:p>
          <a:p>
            <a:pPr lvl="2"/>
            <a:r>
              <a:rPr lang="en-US" dirty="0"/>
              <a:t>Proper Nouns (e.g., people, places)</a:t>
            </a:r>
          </a:p>
          <a:p>
            <a:pPr lvl="2"/>
            <a:r>
              <a:rPr lang="en-US" dirty="0"/>
              <a:t>Questions, exclamations, parenthetical statements</a:t>
            </a:r>
          </a:p>
          <a:p>
            <a:pPr lvl="1"/>
            <a:r>
              <a:rPr lang="en-US" dirty="0"/>
              <a:t>Concordance</a:t>
            </a:r>
          </a:p>
          <a:p>
            <a:pPr lvl="2"/>
            <a:r>
              <a:rPr lang="en-US" dirty="0"/>
              <a:t>Unique, identical, similar, contrasting words and phrases</a:t>
            </a:r>
          </a:p>
          <a:p>
            <a:r>
              <a:rPr lang="en-US" i="1" dirty="0"/>
              <a:t>Config Profiles</a:t>
            </a:r>
          </a:p>
          <a:p>
            <a:pPr lvl="1"/>
            <a:r>
              <a:rPr lang="en-US" dirty="0"/>
              <a:t>User preferences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74354E6-E0B9-D535-335F-37162B241C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Outputs</a:t>
            </a:r>
          </a:p>
          <a:p>
            <a:pPr lvl="1"/>
            <a:r>
              <a:rPr lang="en-US" dirty="0"/>
              <a:t>Session summaries</a:t>
            </a:r>
          </a:p>
          <a:p>
            <a:pPr lvl="2"/>
            <a:r>
              <a:rPr lang="en-US" dirty="0"/>
              <a:t>Score and score parameters</a:t>
            </a:r>
          </a:p>
          <a:p>
            <a:pPr lvl="2"/>
            <a:r>
              <a:rPr lang="en-US" dirty="0"/>
              <a:t>Game parameters, app settings</a:t>
            </a:r>
          </a:p>
          <a:p>
            <a:pPr lvl="2"/>
            <a:r>
              <a:rPr lang="en-US" dirty="0"/>
              <a:t>Session parameters (e.g., start/stop datetime)</a:t>
            </a:r>
          </a:p>
          <a:p>
            <a:r>
              <a:rPr lang="en-US" i="1" dirty="0"/>
              <a:t>Logs</a:t>
            </a:r>
          </a:p>
          <a:p>
            <a:pPr lvl="1"/>
            <a:r>
              <a:rPr lang="en-US" dirty="0"/>
              <a:t>User stats</a:t>
            </a:r>
          </a:p>
          <a:p>
            <a:pPr lvl="2"/>
            <a:r>
              <a:rPr lang="en-US" dirty="0"/>
              <a:t>Inputs/time/score by verse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700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690AF-0F05-830A-0ED8-ED12CF3E4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Glossary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F69B7-E451-A515-BAA9-AD4D28EC0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i="1" dirty="0"/>
              <a:t>Material</a:t>
            </a:r>
            <a:r>
              <a:rPr lang="en-US" dirty="0"/>
              <a:t>: The full body of the text the user is trying to recall</a:t>
            </a:r>
          </a:p>
          <a:p>
            <a:r>
              <a:rPr lang="en-US" i="1" dirty="0"/>
              <a:t>Sample</a:t>
            </a:r>
            <a:r>
              <a:rPr lang="en-US" dirty="0"/>
              <a:t>: The portion of the text the user quizzes themselves on</a:t>
            </a:r>
            <a:endParaRPr lang="en-US" i="1" dirty="0"/>
          </a:p>
          <a:p>
            <a:r>
              <a:rPr lang="en-US" i="1" dirty="0"/>
              <a:t>Content</a:t>
            </a:r>
            <a:r>
              <a:rPr lang="en-US" dirty="0"/>
              <a:t>: The part of the material that is showing on a particular screen</a:t>
            </a:r>
          </a:p>
          <a:p>
            <a:r>
              <a:rPr lang="en-US" i="1" dirty="0"/>
              <a:t>Screen</a:t>
            </a:r>
            <a:r>
              <a:rPr lang="en-US" dirty="0"/>
              <a:t>: A particular window of the app. A Game Screen has a score bar and Content.</a:t>
            </a:r>
          </a:p>
          <a:p>
            <a:r>
              <a:rPr lang="en-US" i="1" dirty="0"/>
              <a:t>Game</a:t>
            </a:r>
            <a:r>
              <a:rPr lang="en-US" dirty="0"/>
              <a:t>: A set of Screens that, when put together, have a Sample as their Content.</a:t>
            </a:r>
            <a:endParaRPr lang="en-US" i="1" dirty="0"/>
          </a:p>
          <a:p>
            <a:r>
              <a:rPr lang="en-US" i="1" dirty="0"/>
              <a:t>Sequence</a:t>
            </a:r>
            <a:r>
              <a:rPr lang="en-US" dirty="0"/>
              <a:t>: The order (e.g., random, sequential) in which a Sample is presented to the user in a Game.</a:t>
            </a:r>
            <a:endParaRPr lang="en-US" i="1" dirty="0"/>
          </a:p>
          <a:p>
            <a:r>
              <a:rPr lang="en-US" i="1" dirty="0"/>
              <a:t>Attempt</a:t>
            </a:r>
            <a:r>
              <a:rPr lang="en-US" dirty="0"/>
              <a:t>: When a user tries to recall a word, may be right or wrong</a:t>
            </a:r>
          </a:p>
          <a:p>
            <a:r>
              <a:rPr lang="en-US" i="1" dirty="0"/>
              <a:t>Max Attempts</a:t>
            </a:r>
            <a:r>
              <a:rPr lang="en-US" dirty="0"/>
              <a:t>: How many </a:t>
            </a:r>
            <a:r>
              <a:rPr lang="en-US" b="1" dirty="0"/>
              <a:t>wrong</a:t>
            </a:r>
            <a:r>
              <a:rPr lang="en-US" dirty="0"/>
              <a:t> attempts a user may incur before moving to the next word</a:t>
            </a:r>
          </a:p>
          <a:p>
            <a:r>
              <a:rPr lang="en-US" i="1" dirty="0"/>
              <a:t>Mode/minigame</a:t>
            </a:r>
            <a:r>
              <a:rPr lang="en-US" dirty="0"/>
              <a:t>: A way to play BMC; each one tests user understanding in a different way</a:t>
            </a:r>
          </a:p>
          <a:p>
            <a:r>
              <a:rPr lang="en-US" i="1" dirty="0"/>
              <a:t>Playthrough</a:t>
            </a:r>
            <a:r>
              <a:rPr lang="en-US" dirty="0"/>
              <a:t>: All the screens (from start to score screen) of a particular minigame put together</a:t>
            </a:r>
          </a:p>
        </p:txBody>
      </p:sp>
    </p:spTree>
    <p:extLst>
      <p:ext uri="{BB962C8B-B14F-4D97-AF65-F5344CB8AC3E}">
        <p14:creationId xmlns:p14="http://schemas.microsoft.com/office/powerpoint/2010/main" val="1493022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837</Words>
  <Application>Microsoft Office PowerPoint</Application>
  <PresentationFormat>Widescreen</PresentationFormat>
  <Paragraphs>116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Bible Memory Challenge (BMC) App Overview</vt:lpstr>
      <vt:lpstr>App Description</vt:lpstr>
      <vt:lpstr>App Epic (User Story) #1: Memorizing</vt:lpstr>
      <vt:lpstr>App Epic (User Story) #2: Quoting</vt:lpstr>
      <vt:lpstr>App Epic (User Story) #3: Memory Bee</vt:lpstr>
      <vt:lpstr>App Storyboard</vt:lpstr>
      <vt:lpstr>System Architecture</vt:lpstr>
      <vt:lpstr>Subsystem Responsibilities</vt:lpstr>
      <vt:lpstr>Data Schema</vt:lpstr>
      <vt:lpstr>Glossary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Godfrey</dc:creator>
  <cp:lastModifiedBy>Daniel Godfrey</cp:lastModifiedBy>
  <cp:revision>1</cp:revision>
  <dcterms:created xsi:type="dcterms:W3CDTF">2026-09-23T17:45:53Z</dcterms:created>
  <dcterms:modified xsi:type="dcterms:W3CDTF">2026-10-03T01:15:33Z</dcterms:modified>
</cp:coreProperties>
</file>